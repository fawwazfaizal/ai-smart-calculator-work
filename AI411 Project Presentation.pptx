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2" r:id="rId5"/>
    <p:sldId id="263" r:id="rId6"/>
    <p:sldId id="264" r:id="rId7"/>
    <p:sldId id="265" r:id="rId8"/>
    <p:sldId id="261" r:id="rId9"/>
    <p:sldId id="258" r:id="rId10"/>
    <p:sldId id="259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835" y="4248468"/>
            <a:ext cx="9144000" cy="1655762"/>
          </a:xfrm>
        </p:spPr>
        <p:txBody>
          <a:bodyPr/>
          <a:p>
            <a:r>
              <a:rPr lang="en-MY" altLang="en-US"/>
              <a:t>By : Fawwaz Faizal</a:t>
            </a:r>
            <a:endParaRPr lang="en-MY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/>
              <a:t>Table of Content</a:t>
            </a:r>
            <a:endParaRPr lang="en-MY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MY" altLang="en-US"/>
              <a:t>Introduction</a:t>
            </a:r>
            <a:endParaRPr lang="en-MY" altLang="en-US"/>
          </a:p>
          <a:p>
            <a:r>
              <a:rPr lang="en-MY" altLang="en-US"/>
              <a:t>Purpose</a:t>
            </a:r>
            <a:endParaRPr lang="en-MY" altLang="en-US"/>
          </a:p>
          <a:p>
            <a:r>
              <a:rPr lang="en-MY" altLang="en-US"/>
              <a:t>Goals</a:t>
            </a:r>
            <a:endParaRPr lang="en-MY" altLang="en-US"/>
          </a:p>
          <a:p>
            <a:r>
              <a:rPr lang="en-MY" altLang="en-US">
                <a:sym typeface="+mn-ea"/>
              </a:rPr>
              <a:t>What to expect before Demo</a:t>
            </a:r>
            <a:endParaRPr lang="en-MY" altLang="en-US"/>
          </a:p>
          <a:p>
            <a:r>
              <a:rPr lang="en-MY" altLang="en-US"/>
              <a:t>Demo</a:t>
            </a:r>
            <a:endParaRPr lang="en-MY" altLang="en-US"/>
          </a:p>
          <a:p>
            <a:r>
              <a:rPr lang="en-MY" altLang="en-US"/>
              <a:t>Conclusion and Source Reference</a:t>
            </a:r>
            <a:endParaRPr lang="en-MY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424815" y="1476375"/>
            <a:ext cx="11455400" cy="5083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9330"/>
          </a:xfrm>
        </p:spPr>
        <p:txBody>
          <a:bodyPr>
            <a:scene3d>
              <a:camera prst="orthographicFront"/>
              <a:lightRig rig="threePt" dir="t"/>
            </a:scene3d>
          </a:bodyPr>
          <a:p>
            <a:r>
              <a:rPr lang="en-MY" altLang="en-US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Introduction</a:t>
            </a:r>
            <a:endParaRPr lang="en-MY" altLang="en-US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MY" altLang="en-US"/>
              <a:t>T</a:t>
            </a:r>
            <a:r>
              <a:rPr lang="en-US" altLang="en-US"/>
              <a:t>his project processes natural language inputs, stores calculation history, handles errors gracefully, and interacts with users in a conversational manner</a:t>
            </a:r>
            <a:endParaRPr lang="en-US" altLang="en-US"/>
          </a:p>
          <a:p>
            <a:r>
              <a:rPr lang="en-MY" altLang="en-US"/>
              <a:t>C</a:t>
            </a:r>
            <a:r>
              <a:rPr lang="en-US" altLang="en-US"/>
              <a:t>apable of performing both basic and advanced mathematical operations</a:t>
            </a:r>
            <a:endParaRPr lang="en-US" altLang="en-US"/>
          </a:p>
          <a:p>
            <a:r>
              <a:rPr lang="en-MY" altLang="en-US"/>
              <a:t>S</a:t>
            </a:r>
            <a:r>
              <a:rPr lang="en-US" altLang="en-US"/>
              <a:t>erves as an engaging way to practice essential Python programming concepts while simulating a user-friendly AI assistant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424815" y="1476375"/>
            <a:ext cx="11455400" cy="50838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5350"/>
          </a:xfrm>
        </p:spPr>
        <p:txBody>
          <a:bodyPr>
            <a:scene3d>
              <a:camera prst="orthographicFront"/>
              <a:lightRig rig="threePt" dir="t"/>
            </a:scene3d>
          </a:bodyPr>
          <a:p>
            <a:r>
              <a:rPr lang="en-MY" altLang="en-US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Purpose</a:t>
            </a:r>
            <a:endParaRPr lang="en-MY" altLang="en-US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MY" altLang="en-US"/>
              <a:t>T</a:t>
            </a:r>
            <a:r>
              <a:rPr lang="en-US" altLang="en-US"/>
              <a:t>o develop a practical Python application that enhances problem-solving skills by integrating core programming concepts with basic AI techniques</a:t>
            </a:r>
            <a:endParaRPr lang="en-US" altLang="en-US"/>
          </a:p>
          <a:p>
            <a:r>
              <a:rPr lang="en-MY" altLang="en-US"/>
              <a:t>P</a:t>
            </a:r>
            <a:r>
              <a:rPr lang="en-US" altLang="en-US"/>
              <a:t>reparing learners for more advanced AI and software development tasks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62255" y="1399540"/>
            <a:ext cx="11722100" cy="52082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2650"/>
          </a:xfrm>
        </p:spPr>
        <p:txBody>
          <a:bodyPr>
            <a:scene3d>
              <a:camera prst="orthographicFront"/>
              <a:lightRig rig="threePt" dir="t"/>
            </a:scene3d>
          </a:bodyPr>
          <a:p>
            <a:r>
              <a:rPr lang="en-MY" altLang="en-US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Goal</a:t>
            </a:r>
            <a:endParaRPr lang="en-MY" altLang="en-US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90" y="1713865"/>
            <a:ext cx="10955020" cy="466534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MY" altLang="en-US" sz="2000"/>
              <a:t>- </a:t>
            </a:r>
            <a:r>
              <a:rPr lang="en-US" altLang="en-US" sz="2000"/>
              <a:t>Performs basic and advanced mathematical operations (addition, exponentiation, percentages, etc.).</a:t>
            </a:r>
            <a:endParaRPr lang="en-US" altLang="en-US" sz="2000"/>
          </a:p>
          <a:p>
            <a:endParaRPr lang="en-US" altLang="en-US" sz="2000"/>
          </a:p>
          <a:p>
            <a:pPr marL="0" indent="0">
              <a:buNone/>
            </a:pPr>
            <a:r>
              <a:rPr lang="en-MY" altLang="en-US" sz="2000"/>
              <a:t>- </a:t>
            </a:r>
            <a:r>
              <a:rPr lang="en-US" altLang="en-US" sz="2000"/>
              <a:t>Parses natural language inputs (e.g., "What is 10 minus 3?") using string manipulation.</a:t>
            </a:r>
            <a:endParaRPr lang="en-US" altLang="en-US" sz="2000"/>
          </a:p>
          <a:p>
            <a:endParaRPr lang="en-US" altLang="en-US" sz="2000"/>
          </a:p>
          <a:p>
            <a:pPr marL="0" indent="0">
              <a:buNone/>
            </a:pPr>
            <a:r>
              <a:rPr lang="en-MY" altLang="en-US" sz="2000"/>
              <a:t>- </a:t>
            </a:r>
            <a:r>
              <a:rPr lang="en-US" altLang="en-US" sz="2000"/>
              <a:t>Stores and retrieves past calculations for user reference.</a:t>
            </a:r>
            <a:endParaRPr lang="en-US" altLang="en-US" sz="2000"/>
          </a:p>
          <a:p>
            <a:endParaRPr lang="en-US" altLang="en-US" sz="2000"/>
          </a:p>
          <a:p>
            <a:pPr marL="0" indent="0">
              <a:buNone/>
            </a:pPr>
            <a:r>
              <a:rPr lang="en-MY" altLang="en-US" sz="2000"/>
              <a:t>- </a:t>
            </a:r>
            <a:r>
              <a:rPr lang="en-US" altLang="en-US" sz="2000"/>
              <a:t>Handles errors (e.g., invalid inputs, division by zero) without crashing.</a:t>
            </a:r>
            <a:endParaRPr lang="en-US" altLang="en-US" sz="2000"/>
          </a:p>
          <a:p>
            <a:endParaRPr lang="en-US" altLang="en-US" sz="2000"/>
          </a:p>
          <a:p>
            <a:pPr marL="0" indent="0">
              <a:buNone/>
            </a:pPr>
            <a:r>
              <a:rPr lang="en-MY" altLang="en-US" sz="2000"/>
              <a:t>- </a:t>
            </a:r>
            <a:r>
              <a:rPr lang="en-US" altLang="en-US" sz="2000"/>
              <a:t>Simulates a chatbot with simple dialogue responses (e.g., greetings, suggestions).</a:t>
            </a:r>
            <a:endParaRPr lang="en-US" altLang="en-US" sz="2000"/>
          </a:p>
          <a:p>
            <a:endParaRPr lang="en-US" altLang="en-US" sz="2000"/>
          </a:p>
          <a:p>
            <a:pPr marL="0" indent="0">
              <a:buNone/>
            </a:pPr>
            <a:r>
              <a:rPr lang="en-MY" altLang="en-US" sz="2000"/>
              <a:t>- </a:t>
            </a:r>
            <a:r>
              <a:rPr lang="en-US" altLang="en-US" sz="2000"/>
              <a:t>Encourages best practices in Python programming, including functions, loops, and data structures like lists/dictionaries.</a:t>
            </a:r>
            <a:endParaRPr lang="en-US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BD3"/>
            </a:gs>
            <a:gs pos="100000">
              <a:srgbClr val="034373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>
                <a:solidFill>
                  <a:schemeClr val="accent4"/>
                </a:solidFill>
              </a:rPr>
              <a:t>What to expect in this Project for Demo?</a:t>
            </a:r>
            <a:endParaRPr lang="en-MY" altLang="en-US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MY" altLang="en-US">
                <a:solidFill>
                  <a:srgbClr val="002060"/>
                </a:solidFill>
              </a:rPr>
              <a:t>Focuses on simple AI things</a:t>
            </a:r>
            <a:endParaRPr lang="en-MY" altLang="en-US">
              <a:solidFill>
                <a:srgbClr val="002060"/>
              </a:solidFill>
            </a:endParaRPr>
          </a:p>
          <a:p>
            <a:r>
              <a:rPr lang="en-MY" altLang="en-US">
                <a:solidFill>
                  <a:srgbClr val="002060"/>
                </a:solidFill>
              </a:rPr>
              <a:t>Functions, Expressions, Operations and many more</a:t>
            </a:r>
            <a:endParaRPr lang="en-MY" altLang="en-US">
              <a:solidFill>
                <a:srgbClr val="002060"/>
              </a:solidFill>
            </a:endParaRPr>
          </a:p>
          <a:p>
            <a:r>
              <a:rPr lang="en-MY" altLang="en-US">
                <a:solidFill>
                  <a:srgbClr val="002060"/>
                </a:solidFill>
              </a:rPr>
              <a:t>Supports Languages (like Malay Language)</a:t>
            </a:r>
            <a:endParaRPr lang="en-MY" altLang="en-US">
              <a:solidFill>
                <a:srgbClr val="002060"/>
              </a:solidFill>
            </a:endParaRPr>
          </a:p>
          <a:p>
            <a:r>
              <a:rPr lang="en-MY" altLang="en-US">
                <a:solidFill>
                  <a:srgbClr val="002060"/>
                </a:solidFill>
              </a:rPr>
              <a:t>Uses Regular Expression and Maths</a:t>
            </a:r>
            <a:endParaRPr lang="en-MY" altLang="en-US">
              <a:solidFill>
                <a:srgbClr val="002060"/>
              </a:solidFill>
            </a:endParaRPr>
          </a:p>
          <a:p>
            <a:r>
              <a:rPr lang="en-MY" altLang="en-US">
                <a:solidFill>
                  <a:srgbClr val="002060"/>
                </a:solidFill>
              </a:rPr>
              <a:t>Test Cases </a:t>
            </a:r>
            <a:endParaRPr lang="en-MY" altLang="en-US">
              <a:solidFill>
                <a:srgbClr val="002060"/>
              </a:solidFill>
            </a:endParaRPr>
          </a:p>
          <a:p>
            <a:endParaRPr lang="en-MY" altLang="en-US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40385" y="381000"/>
            <a:ext cx="11000740" cy="61677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/>
              <a:t>Conclusion</a:t>
            </a:r>
            <a:endParaRPr lang="en-MY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MY" altLang="en-US"/>
              <a:t>B</a:t>
            </a:r>
            <a:r>
              <a:rPr lang="en-US" altLang="en-US"/>
              <a:t>y combining AI-based text parsing with Python programming to create a functional and user-friendly bilingual calculator</a:t>
            </a:r>
            <a:endParaRPr lang="en-US" altLang="en-US"/>
          </a:p>
          <a:p>
            <a:r>
              <a:rPr lang="en-MY" altLang="en-US"/>
              <a:t>For </a:t>
            </a:r>
            <a:r>
              <a:rPr lang="en-US" altLang="en-US"/>
              <a:t>future improvements, such as expanding NLP capabilities, adding a graphical interface, or integrating voice input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MY" altLang="en-US"/>
              <a:t>Source Reference</a:t>
            </a:r>
            <a:endParaRPr lang="en-MY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r>
              <a:rPr lang="en-US" altLang="en-US"/>
              <a:t>https://www.geeksforgeeks.org/python/smart-calculator-in-python/ - Smart calculator in Python - GeeksforGeeks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https://www.mindstick.com/articles/335762/building-an-ai-calculator-using-nlp-and-python - Building an AI Calculator Using NLP and Python – MindStick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https://github.com/PradipDhokare/smart-calculator - GitHub - PradipDhokare/smart-calculator: Smart Calculator using Python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https://www.youtube.com/watch?v=s7YQU1elfhs - Master Python with This Advanced Calculator! </a:t>
            </a:r>
            <a:r>
              <a:rPr lang="zh-CN" altLang="en-US"/>
              <a:t>💡</a:t>
            </a:r>
            <a:r>
              <a:rPr lang="en-US" altLang="en-US"/>
              <a:t> Functions, Security &amp; Smart Logic Explained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2210</Words>
  <Application>WPS Presentation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Table of Content</vt:lpstr>
      <vt:lpstr>Introduction</vt:lpstr>
      <vt:lpstr>Purpose</vt:lpstr>
      <vt:lpstr>Goal</vt:lpstr>
      <vt:lpstr>PowerPoint 演示文稿</vt:lpstr>
      <vt:lpstr>PowerPoint 演示文稿</vt:lpstr>
      <vt:lpstr>Conclusion</vt:lpstr>
      <vt:lpstr>Source Reference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Admin123</dc:creator>
  <cp:lastModifiedBy>Fawwaz Bin Faizal</cp:lastModifiedBy>
  <cp:revision>3</cp:revision>
  <dcterms:created xsi:type="dcterms:W3CDTF">2025-07-24T04:20:00Z</dcterms:created>
  <dcterms:modified xsi:type="dcterms:W3CDTF">2025-07-28T06:00:10Z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C9B14DD5224341B7BC68EBF350F3CC69_11</vt:lpwstr>
  </property>
  <property fmtid="{D5CDD505-2E9C-101B-9397-08002B2CF9AE}" pid="3" name="KSOProductBuildVer">
    <vt:lpwstr>1033-12.2.0.21931</vt:lpwstr>
  </property>
</Properties>
</file>